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e69795d25d42b1" /><Relationship Type="http://schemas.openxmlformats.org/officeDocument/2006/relationships/extended-properties" Target="/docProps/app.xml" Id="R74d79333943944ca" /><Relationship Type="http://schemas.openxmlformats.org/officeDocument/2006/relationships/officeDocument" Target="/ppt/presentation.xml" Id="Rb095fe172a5144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4debf1dd0f4b71"/>
  </p:sldMasterIdLst>
  <p:notesMasterIdLst>
    <p:notesMasterId xmlns:r="http://schemas.openxmlformats.org/officeDocument/2006/relationships" r:id="Rab0587decde045f6"/>
  </p:notesMasterIdLst>
  <p:sldIdLst>
    <p:sldId xmlns:r="http://schemas.openxmlformats.org/officeDocument/2006/relationships" id="256" r:id="R6d22fc90a6d946d2"/>
    <p:sldId xmlns:r="http://schemas.openxmlformats.org/officeDocument/2006/relationships" id="257" r:id="R05d0cb3d72174f89"/>
    <p:sldId xmlns:r="http://schemas.openxmlformats.org/officeDocument/2006/relationships" id="258" r:id="R721323b130114b87"/>
    <p:sldId xmlns:r="http://schemas.openxmlformats.org/officeDocument/2006/relationships" id="259" r:id="R29700a1472aa4da6"/>
    <p:sldId xmlns:r="http://schemas.openxmlformats.org/officeDocument/2006/relationships" id="260" r:id="Rdbab588f58754bb4"/>
    <p:sldId xmlns:r="http://schemas.openxmlformats.org/officeDocument/2006/relationships" id="261" r:id="Rba3a92feccff445d"/>
    <p:sldId xmlns:r="http://schemas.openxmlformats.org/officeDocument/2006/relationships" id="262" r:id="R15a82fa1b7b64f87"/>
    <p:sldId xmlns:r="http://schemas.openxmlformats.org/officeDocument/2006/relationships" id="263" r:id="R24daec95e76f4010"/>
    <p:sldId xmlns:r="http://schemas.openxmlformats.org/officeDocument/2006/relationships" id="264" r:id="Rf33af84463df4f99"/>
    <p:sldId xmlns:r="http://schemas.openxmlformats.org/officeDocument/2006/relationships" id="265" r:id="R20ad7050fd27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c68314fdf4b4a" /><Relationship Type="http://schemas.openxmlformats.org/officeDocument/2006/relationships/slideMaster" Target="/ppt/slideMasters/slideMaster1.xml" Id="R2d4debf1dd0f4b71" /><Relationship Type="http://schemas.openxmlformats.org/officeDocument/2006/relationships/notesMaster" Target="/ppt/notesMasters/notesMaster1.xml" Id="Rab0587decde045f6" /><Relationship Type="http://schemas.openxmlformats.org/officeDocument/2006/relationships/presProps" Target="/ppt/presProps.xml" Id="Rd2dd9ceb849d4b29" /><Relationship Type="http://schemas.openxmlformats.org/officeDocument/2006/relationships/tableStyles" Target="/ppt/tableStyles.xml" Id="R4d2c008bded840a2" /><Relationship Type="http://schemas.openxmlformats.org/officeDocument/2006/relationships/slide" Target="/ppt/slides/slide1.xml" Id="R6d22fc90a6d946d2" /><Relationship Type="http://schemas.openxmlformats.org/officeDocument/2006/relationships/slide" Target="/ppt/slides/slide2.xml" Id="R05d0cb3d72174f89" /><Relationship Type="http://schemas.openxmlformats.org/officeDocument/2006/relationships/slide" Target="/ppt/slides/slide3.xml" Id="R721323b130114b87" /><Relationship Type="http://schemas.openxmlformats.org/officeDocument/2006/relationships/slide" Target="/ppt/slides/slide4.xml" Id="R29700a1472aa4da6" /><Relationship Type="http://schemas.openxmlformats.org/officeDocument/2006/relationships/slide" Target="/ppt/slides/slide5.xml" Id="Rdbab588f58754bb4" /><Relationship Type="http://schemas.openxmlformats.org/officeDocument/2006/relationships/slide" Target="/ppt/slides/slide6.xml" Id="Rba3a92feccff445d" /><Relationship Type="http://schemas.openxmlformats.org/officeDocument/2006/relationships/slide" Target="/ppt/slides/slide7.xml" Id="R15a82fa1b7b64f87" /><Relationship Type="http://schemas.openxmlformats.org/officeDocument/2006/relationships/slide" Target="/ppt/slides/slide8.xml" Id="R24daec95e76f4010" /><Relationship Type="http://schemas.openxmlformats.org/officeDocument/2006/relationships/slide" Target="/ppt/slides/slide9.xml" Id="Rf33af84463df4f99" /><Relationship Type="http://schemas.openxmlformats.org/officeDocument/2006/relationships/slide" Target="/ppt/slides/slide10.xml" Id="R20ad7050fd27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84b12810547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246d02b1074c14" /><Relationship Type="http://schemas.openxmlformats.org/officeDocument/2006/relationships/notesMaster" Target="/ppt/notesMasters/notesMaster1.xml" Id="R1c4bb23c6fb147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d4edd7c844418d" /><Relationship Type="http://schemas.openxmlformats.org/officeDocument/2006/relationships/notesMaster" Target="/ppt/notesMasters/notesMaster1.xml" Id="R6c97e619573b4a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707805c627430b" /><Relationship Type="http://schemas.openxmlformats.org/officeDocument/2006/relationships/notesMaster" Target="/ppt/notesMasters/notesMaster1.xml" Id="R6b6de7253756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b9d95433d34545" /><Relationship Type="http://schemas.openxmlformats.org/officeDocument/2006/relationships/notesMaster" Target="/ppt/notesMasters/notesMaster1.xml" Id="R0679d152388b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44f49a97e240f7" /><Relationship Type="http://schemas.openxmlformats.org/officeDocument/2006/relationships/notesMaster" Target="/ppt/notesMasters/notesMaster1.xml" Id="R8866c9c4a02c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9d540ef674204" /><Relationship Type="http://schemas.openxmlformats.org/officeDocument/2006/relationships/notesMaster" Target="/ppt/notesMasters/notesMaster1.xml" Id="Rba9291fb7bc148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49bc14a444c46" /><Relationship Type="http://schemas.openxmlformats.org/officeDocument/2006/relationships/notesMaster" Target="/ppt/notesMasters/notesMaster1.xml" Id="R91405d0be9f645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b68284101d4637" /><Relationship Type="http://schemas.openxmlformats.org/officeDocument/2006/relationships/notesMaster" Target="/ppt/notesMasters/notesMaster1.xml" Id="R46e1909c717e4a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2b67f02ca44560" /><Relationship Type="http://schemas.openxmlformats.org/officeDocument/2006/relationships/notesMaster" Target="/ppt/notesMasters/notesMaster1.xml" Id="R29c573485b264e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9951b1ea5547ac" /><Relationship Type="http://schemas.openxmlformats.org/officeDocument/2006/relationships/notesMaster" Target="/ppt/notesMasters/notesMaster1.xml" Id="R6ae915ca889e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开场：我们解决的不是“生成文字”，而是把会议内容可靠地转成团队真正执行的任务。来源：课程介绍.pdf；README.md。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按照课程“真实需要”和“完整数据闭环”的评分点说明问题。来源：课程介绍.pdf。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汇报时由每位成员用一句话说明个人贡献；不要只说“都用GPT完成”。来源：团队分工与提交清单.md。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逐步讲一遍数据流，强调AI只是中间能力，最终仍受后端规则和人工确认约束。来源：docs/AI任务提取接口与前后端联调说明.md。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这是本机浏览器端到端实测结果。演示顺序：登录→录入会议→AI提取→确认草稿→看板→统计。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本页对应95分档“专门技术深度整合”。现场可展示提示词、JSON响应和测试用例。来源：docs/Prompt测试用例.md；server/src/ai.js。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重点回应安全、稳定、工程结构和完整数据链。来源：README.md；server/test/api.test.js。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不要只展示最终代码；选1—2条失败提示和修正结果，说明人如何判断与验证。来源：docs/Vibe-Coding开发记录.md。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现场可运行 npm test 与 npm run build；浏览器验证结果来自本机实测。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结尾主动说明限制，随后回到项目价值；准备接受小功能修改。来源：课程介绍.pdf；README.md。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53ef6ef0a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f0a97225204737" /><Relationship Type="http://schemas.openxmlformats.org/officeDocument/2006/relationships/slideLayout" Target="/ppt/slideLayouts/slideLayout1.xml" Id="R40d7358e84c6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d7358e84c6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83b1d4704c99" /><Relationship Type="http://schemas.openxmlformats.org/officeDocument/2006/relationships/notesSlide" Target="/ppt/notesSlides/notesSlide1.xml" Id="R8efd175a4239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f2635b53b4e5f" /><Relationship Type="http://schemas.openxmlformats.org/officeDocument/2006/relationships/notesSlide" Target="/ppt/notesSlides/notesSlide2.xml" Id="Raafd024c7ff24a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8a2715894224" /><Relationship Type="http://schemas.openxmlformats.org/officeDocument/2006/relationships/notesSlide" Target="/ppt/notesSlides/notesSlide3.xml" Id="Rc1ecd875205848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6f8f693b945e6" /><Relationship Type="http://schemas.openxmlformats.org/officeDocument/2006/relationships/notesSlide" Target="/ppt/notesSlides/notesSlide4.xml" Id="R0609056c612248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b218ec6154036" /><Relationship Type="http://schemas.openxmlformats.org/officeDocument/2006/relationships/notesSlide" Target="/ppt/notesSlides/notesSlide5.xml" Id="Rab087aae077841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59a16924d4e4a" /><Relationship Type="http://schemas.openxmlformats.org/officeDocument/2006/relationships/notesSlide" Target="/ppt/notesSlides/notesSlide6.xml" Id="R4f433b6d43204c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9aa79732744bd" /><Relationship Type="http://schemas.openxmlformats.org/officeDocument/2006/relationships/notesSlide" Target="/ppt/notesSlides/notesSlide7.xml" Id="R2e63e43e3b8e4a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0ebf4b26e4776" /><Relationship Type="http://schemas.openxmlformats.org/officeDocument/2006/relationships/notesSlide" Target="/ppt/notesSlides/notesSlide8.xml" Id="R7bda484b4a9e4a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7ae65ae54563" /><Relationship Type="http://schemas.openxmlformats.org/officeDocument/2006/relationships/notesSlide" Target="/ppt/notesSlides/notesSlide9.xml" Id="R1e791c8c5b66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7d2b8b93945b9" /><Relationship Type="http://schemas.openxmlformats.org/officeDocument/2006/relationships/notesSlide" Target="/ppt/notesSlides/notesSlide10.xml" Id="R2e877345e5454e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F9980-4A32-48F0-B361-97AAECB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6698A-5958-4AC9-BD55-706B01C5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5725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8F6FC-F3D4-48DA-99AA-82B66B26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09700"/>
            <a:ext cx="128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7A6ED-A0AD-43A1-ABBD-7026BBE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621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B2E63-EF82-456D-8E6F-EF028C4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480F9-1B39-4725-8179-3700E46F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5C1A-43FF-4C65-B632-B3BA1A6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0A38A-68AA-45D7-B4B2-92445ED3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719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760BC-6FFE-422F-B45A-5DAF297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724400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9F969-A4C5-4A77-9848-5ED21300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768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FF803-5367-4E9C-856A-E6606D9D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会议内容 → 可执行任务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C997C-7935-4BA3-A007-A3AD6100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AI 驱动的团队任务管理系统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0A617-476B-4C67-955D-1B0B06D7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真实需求 · 完整数据闭环 · 人工确认兜底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C835B-EE67-4784-9BDB-A39F470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Vibe Coding 课程项目答辩  |  2026.09</a:t>
            </a:r>
          </a:p>
        </p:txBody>
      </p:sp>
    </p:spTree>
    <p:extLst>
      <p:ext uri="{BB962C8B-B14F-4D97-AF65-F5344CB8AC3E}">
        <p14:creationId xmlns:p14="http://schemas.microsoft.com/office/powerpoint/2010/main" val="696675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F846F-6C7D-4C56-9AE0-051A84CD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68DB1-62DB-4616-8A77-B7A4CA72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真实需求：会议结束，任务仍然散落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EAB9C-FCC0-4523-9FD2-0662F14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CB429-A976-4FF5-870E-57BD8B6F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8D215-7DEC-42ED-8CC5-1E36D15A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3C967-3797-41FF-9BD0-CD10D38A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81375" cy="390525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8B093-8410-4528-AC4E-F7DA5919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CEA0-1D96-4F18-A6A4-37393091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信息丢失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E544E-CFFC-4FF0-AFB5-DA9973A8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口语化讨论里，负责人、截止时间和优先级容易遗漏。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AEF32-4FD6-49BF-9BB9-9E8DBA41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29445-A0B6-47C6-BF34-FCD8A845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同步成本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685BB-AFDD-4369-9C17-9F9DBBEF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61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会后手工整理、分派、确认，重复且容易出错。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74F89-20BB-4BD8-AF15-AB186439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6E17F-E8B9-422D-983A-7460249F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缺少闭环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50F74-207F-476B-B001-57D8E5D2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只有摘要还不够：任务必须进入权限、数据库和统计流程。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10C4A-7D15-4499-B77D-7DA5F00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81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我们的回答：录音/文本输入 → AI草稿 → 管理员确认 → 任务看板与统计</a:t>
            </a:r>
          </a:p>
        </p:txBody>
      </p:sp>
    </p:spTree>
    <p:extLst>
      <p:ext uri="{BB962C8B-B14F-4D97-AF65-F5344CB8AC3E}">
        <p14:creationId xmlns:p14="http://schemas.microsoft.com/office/powerpoint/2010/main" val="1860517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21FE0-6EFE-43AD-B005-CB7C4CD5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8444A-E91E-4128-ACC7-63BC288A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团队分工：四人按模块协作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14130-EF80-4B44-801B-C6444524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D54D8-8A04-49C8-8D00-C052306E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59F5D-6F6D-4049-A835-233F4B7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王毅博｜组长与 AI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2381F-FE78-4030-A6D7-E4842FA9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提示词、结构化任务提取、AI API 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B24E9-CABE-4F44-AEE6-57BCF542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0975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4CBE0-337D-4401-847F-3513FA8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383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黄少谦｜前端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51296-C7AA-472A-8030-5005BE34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5270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登录、纪要录入、草稿确认、看板与统计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C156-7108-4F64-8DE8-89A4AAC8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A4FDA-C020-4D2E-AD81-1AABB69C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谢启睿｜后端与数据库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5AC36-5465-4F66-B008-1AD9D3D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鉴权、REST API、SQLite、事务与审计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DD76B-9536-40D5-BBC7-EC8C2B5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0000"/>
            <a:ext cx="5238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D38D3-A6FF-4993-8015-EE6B86F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38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杜承昊｜整合与审查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B26F7-35A3-4568-8028-6AF3DCC0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529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版本整合、运行检查、回归测试、提交材料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36F83-F4AD-43ED-B9DC-86E57A1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83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四位成员按模块协作，并共同完成完整流程验收。</a:t>
            </a:r>
          </a:p>
        </p:txBody>
      </p:sp>
    </p:spTree>
    <p:extLst>
      <p:ext uri="{BB962C8B-B14F-4D97-AF65-F5344CB8AC3E}">
        <p14:creationId xmlns:p14="http://schemas.microsoft.com/office/powerpoint/2010/main" val="1983669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9D54D-3109-433E-A533-81E9FD7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A33CF-0FC9-4976-9C9C-A269AA5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系统数据流：模型能力进入业务闭环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A50B-EEEF-4A54-9DA1-EEDE443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FD494-165C-4622-AD53-53F3EB8C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82F09-9BDE-4058-A3FB-54042BB3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录音 / 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4AF2B-C96C-4BE5-A118-EEBC8BDD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浏览器输入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0758-E256-41B8-BA50-459D8759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D00EC-F92A-4DAE-988A-8135D16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2761A-A353-4825-A62E-5A800D4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转写接口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87962-1FF4-4C47-9BF3-F7DD61C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音频→文本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656E-64D9-4625-9267-24E54F8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E64CD-6BB1-4F86-B2DF-BFA853C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C0A36-6EC3-4257-BD69-7B42B6C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任务提取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0EC1F-2A03-4499-848A-6DC38348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文本→JSON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3B958-7BA3-4E00-A00F-CA217AA4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826A0-4A76-4E93-968A-9A9C863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60E7-5A9E-4AA5-BFA8-D5F1B4A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后端校验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7AEB8-0787-4731-BFEA-07512C08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权限与规则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9E24C-1EA1-4FFE-AF21-6E21D2D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60460-277B-4571-93C2-5F5AB75E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AA811-5D43-4BB0-8ECB-D72E277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B151F-4DD9-4ED3-8DA3-B35CFCE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修改负责人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25145-7256-42DE-8376-44131DB9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860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6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BBC8E-9E38-4329-A73E-A520718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76500"/>
            <a:ext cx="15240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7E82C-0817-45E3-9150-50D7B88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0510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任务数据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43E27-C0E8-4941-92F7-EB4A0C8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004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看板与统计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E7F57-E484-4DF7-B239-75AE08C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API密钥只在后端读取  ·  未确认草稿不会直接成为正式任务  ·  操作保留可追踪记录</a:t>
            </a:r>
          </a:p>
        </p:txBody>
      </p:sp>
    </p:spTree>
    <p:extLst>
      <p:ext uri="{BB962C8B-B14F-4D97-AF65-F5344CB8AC3E}">
        <p14:creationId xmlns:p14="http://schemas.microsoft.com/office/powerpoint/2010/main" val="515827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B2CE8-E2AC-4AEF-992C-155BB17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3A1D-953C-41EA-960A-07BCA155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真实浏览器验证：从会议到统计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193FA-E335-4E3A-B773-43B76E51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AF252-E017-42DB-9CC7-355C863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61D77-B600-4286-A7D5-2B81799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2322-F4C1-44F5-A290-EA9DD629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AI任务草稿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0BF9F-4120-45AB-86F9-586673A5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50C39-C607-4E43-B555-AEAD994F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3E8AC-F9CC-430A-AB28-C81923B9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已确认入库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18997-D243-40D1-A989-DEDDEDAD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84045-729A-457A-833F-848FB85A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1872D-07BD-46CF-A552-98407A47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团队任务总数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F9A3D-9BEE-437B-A971-94CEB574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574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CBD17-1A8F-43FB-8E22-B6C0DFBE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CC760-57B9-48A5-AB5E-5E8BD47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当前完成率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69D72-4436-4D04-A76D-6E37686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1E172-7F73-48ED-8266-5CA3BF4C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真实会议文本生成 5 条草稿，模糊负责人保持“待确认”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3645D-7D81-4373-B7AE-905601A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1BD35-E391-4A9B-93C5-5DABA11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管理员补充负责人后确认，任务立即出现在任务看板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52489-4E52-47BE-98C1-215E1D4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25E2B-E76A-47A5-8414-34AA2C2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统计页同步显示总任务、未完成、逾期和完成率</a:t>
            </a:r>
          </a:p>
        </p:txBody>
      </p:sp>
    </p:spTree>
    <p:extLst>
      <p:ext uri="{BB962C8B-B14F-4D97-AF65-F5344CB8AC3E}">
        <p14:creationId xmlns:p14="http://schemas.microsoft.com/office/powerpoint/2010/main" val="1829455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C4391-047B-441F-B1F7-6F034D7F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1F86B-EEED-437E-B844-1F74470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特色技术：AI接口的深度集成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6599-C140-4762-9A51-C4CA6B5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E9193-3456-4EAD-8A87-B98E46EA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76275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B0C7-EF0C-44BC-B4A2-A1B4EB39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4038600" cy="409575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32859-A04A-40D8-8B45-F6908B8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22B69-C7B0-48F4-B3B3-15AF7D2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录音上传后由后端调用语音转写服务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330CF-1B7D-4A0F-A0E2-4BF1E81C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1EA2-9914-458A-943C-9916D1BC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提示词要求只输出结构化任务JSON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F395C-25B0-4DE1-9528-09855EA8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6379F-E7BE-4ECD-9037-30FEB41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负责人、日期、优先级和原文依据均可校验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B54EB-DA60-4CC7-88B9-BE281C1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10019-3A76-43D1-8B6E-6EF31C45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模糊日期、多人负责人、否定语句进入边界测试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14480-7EDA-424F-9F87-9A2DA84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模型不是数据库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AAC7C-9F2C-42A7-9E2D-43C9EB5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模型输出先成为草稿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后端验证字段与权限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管理员确认后再写入</a:t>
            </a:r>
          </a:p>
        </p:txBody>
      </p:sp>
    </p:spTree>
    <p:extLst>
      <p:ext uri="{BB962C8B-B14F-4D97-AF65-F5344CB8AC3E}">
        <p14:creationId xmlns:p14="http://schemas.microsoft.com/office/powerpoint/2010/main" val="827699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ACBD6-0D34-4C88-B5F9-13FB5E56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2B68D-ADBD-47AF-ABB3-0FB41067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可靠性设计：让AI输出可控、可追踪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90813-D253-4C9D-AB36-0687C31E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1D7B4-8C0A-4B41-843E-179353B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0D647-D594-4F6C-A4E4-A721BE39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12FA5-D769-4352-89EA-EA0FF6A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成员与管理员分权；确认操作受保护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42D4A-B0DF-4EE8-9E5B-B13F1F0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57994-4AAD-44E3-9E03-DBA8793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密钥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C9AC3-9DF8-47FD-8E35-98EA407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只读环境变量，不进入前端和仓库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CCA4F-A2A0-45B2-A462-2A4C32F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DD876-2AFF-4833-B2F1-A3228DC7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事务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A301F-5CDF-4EBB-A2A6-755478A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批量确认失败时整体回滚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4F7AC-ADD3-4B95-B3EB-AD4476E9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A11B3-4EFF-4402-88CC-BE24E5F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BCED8-B046-4BBD-9A31-71D3428B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结构、成员、日期、状态统一检查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DFD34-73DD-4F59-BA2A-FF352C2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5D7F3-6F8C-4AB7-AD60-AE247EC3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5E74C-F9DD-4E2A-8F6B-35427BD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模型失败时给出清晰错误，不伪造结果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BBB25-3CB6-4DE9-AE08-6D0C4E4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3381375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C5D34-125A-459B-B01B-6DF70B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B1F27-46D6-4591-ACD4-F6CAB56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草稿、正式任务与统计形成数据链</a:t>
            </a:r>
          </a:p>
        </p:txBody>
      </p:sp>
    </p:spTree>
    <p:extLst>
      <p:ext uri="{BB962C8B-B14F-4D97-AF65-F5344CB8AC3E}">
        <p14:creationId xmlns:p14="http://schemas.microsoft.com/office/powerpoint/2010/main" val="528785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F1217-876E-4177-AAB2-9B203B7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61BE5-B982-4657-A46B-5758BAEC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Vibe Coding：每位成员5条开发记录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C8D2-9D4C-4CF0-B0F8-E0E19ECB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7389B-32BF-4602-BA4B-CD9CFAB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2156F-550E-4FCD-B8E6-010B196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60A3A-769A-403C-9303-7A57ED83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430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数据库与任务模型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9DD03-FE1F-400B-AF91-1A45561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430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先建立可运行数据结构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2F962-A2BC-49E4-82AB-52F26E43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9DDA1-BB88-43C7-934B-467A00FA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D2F20-1A71-4B24-A0F3-41126795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812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登录与角色权限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12396-92C0-458E-8918-AD0FB2EC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812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把权限放进接口边界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6DAFF-FD9B-4C26-BB07-772FBC6B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D0AC0-ED7F-43A3-A581-D1CA086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10B54-589B-4AE2-8755-8BB98B8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194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提示词与日期歧义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3CC64-0D09-4857-8E98-90150B0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194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从失败样例反推规则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3B5F0-3B22-4FEE-8A2B-6DF38E3D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7333B-46A8-443A-B624-9B4504CD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7D99-E9BB-46A4-9D0C-5AD99863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576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批量确认与事务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36AA2-5395-41B8-8C37-18FC2D4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保证数据一致性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AA7EA-3CDA-4F8B-AC2E-B511EAA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8953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95FBE-DC2B-4341-A673-CB6E0B7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9A4C4-C1AE-44DC-BA12-9462EE3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552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真实录音与端到端测试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7A126-3468-4B0B-A4AF-53F1A6E0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0BA"/>
                </a:solidFill>
                <a:latin typeface="Helvetica Neue"/>
                <a:ea typeface="Helvetica Neue"/>
                <a:cs typeface="Helvetica Neue"/>
              </a:rPr>
              <a:t>用真实输入检验完整链路</a:t>
            </a:r>
          </a:p>
        </p:txBody>
      </p:sp>
    </p:spTree>
    <p:extLst>
      <p:ext uri="{BB962C8B-B14F-4D97-AF65-F5344CB8AC3E}">
        <p14:creationId xmlns:p14="http://schemas.microsoft.com/office/powerpoint/2010/main" val="1710305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A47B-7807-43A4-965A-5804D563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BC0B9-BD76-4A75-A910-EC02FE2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交付证据：可运行、可验证、可复现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03A2-A682-4946-933F-298D85E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B711D-4D32-4002-85A3-6C665DC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59E91-AEAE-497C-A1FA-79165BE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73DD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73DDAA"/>
                </a:solidFill>
                <a:latin typeface="Helvetica Neue"/>
                <a:ea typeface="Helvetica Neue"/>
                <a:cs typeface="Helvetica Neue"/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9A352-85F4-42BF-B795-A0A9B53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自动化测试通过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47EFE-D7E7-4FEC-9369-18FFE16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58C81-3220-4178-A689-3BEA0F0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69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69B7FF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CA726-8DC3-4FA0-A391-6EFDB74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前端构建模块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D18FD-A19E-48D5-A8BA-A4CCCAE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238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A86CB-9FD4-457E-B7C5-83384432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33625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6步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DAF4B-9CD0-4028-8CC4-86DD74B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浏览器闭环验证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83AF2-CF22-4F64-BEFE-701F0D96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781E5-EE01-4F27-9048-7BB443C9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覆盖权限、输入校验、边界语句、事务与语音转写接口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80D1-A6BB-48F8-A1CD-47752261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0D31C-CC1E-440D-B3F3-7F441819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README、技术说明、Vibe日志和答辩材料均随代码提交</a:t>
            </a:r>
          </a:p>
        </p:txBody>
      </p:sp>
    </p:spTree>
    <p:extLst>
      <p:ext uri="{BB962C8B-B14F-4D97-AF65-F5344CB8AC3E}">
        <p14:creationId xmlns:p14="http://schemas.microsoft.com/office/powerpoint/2010/main" val="1251202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E588F-73FA-4795-8DB9-424C354A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27D69-08F3-4986-B688-022D425A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限制与下一步：从课程项目走向真实使用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1F184-09B8-4C3A-BCDA-92F00EC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5BD38-EA64-4884-B2CA-66D68F0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23875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88732-F8F7-49B2-AC17-00BED43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238750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588B9-CE04-4E32-94F8-1D0362CB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7A7A"/>
                </a:solidFill>
                <a:latin typeface="Helvetica Neue"/>
                <a:ea typeface="Helvetica Neue"/>
                <a:cs typeface="Helvetica Neue"/>
              </a:rPr>
              <a:t>当前限制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DFA66-1DAA-44A3-9E9A-1814FA9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EBEFC-A6B6-4063-AF99-15D16756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真实云端转写依赖有效API额度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2C421-5783-4F16-B9D3-E1AB29F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1F596-A550-4094-BA7C-B270716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当前为本地SQLite与单机部署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0392A-5EC3-4AC0-833B-796A07D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ED674-C25D-471A-8F7B-69A333F5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最终演示数据需在提交前再次确认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74513-F79C-4F69-A1F3-8391A22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E7FF58"/>
                </a:solidFill>
                <a:latin typeface="Helvetica Neue"/>
                <a:ea typeface="Helvetica Neue"/>
                <a:cs typeface="Helvetica Neue"/>
              </a:rPr>
              <a:t>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6AEB4-C562-457A-8207-1E066C3E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EBB53-5544-4DD6-9AC2-2FA77A96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补齐云端转写成功录屏与耗时记录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C1B6E-A0E8-4866-95F6-E987E89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CFE18-D47D-4773-9800-C38C256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增加部署、日志、费用与隐私说明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9D2B7-61AC-4BB5-ACFD-BF26EE9A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F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A9C49-898A-4A4C-87C6-7F59B310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按教师临时修改现场调整字段或规则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450B1-16C2-41C1-9AA5-F8AFDFB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8FA"/>
                </a:solidFill>
                <a:latin typeface="Helvetica Neue"/>
                <a:ea typeface="Helvetica Neue"/>
                <a:cs typeface="Helvetica Neue"/>
              </a:rPr>
              <a:t>核心价值：把模糊会议内容变成经过确认、能够执行、可以统计的团队任务</a:t>
            </a:r>
          </a:p>
        </p:txBody>
      </p:sp>
    </p:spTree>
    <p:extLst>
      <p:ext uri="{BB962C8B-B14F-4D97-AF65-F5344CB8AC3E}">
        <p14:creationId xmlns:p14="http://schemas.microsoft.com/office/powerpoint/2010/main" val="219992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2026-09-10T09:28:40.5090000Z</dcterms:created>
  <dcterms:modified xsi:type="dcterms:W3CDTF">2026-09-10T09:28:40.5090000Z</dcterms:modified>
</coreProperties>
</file>